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presProps.xml" ContentType="application/vnd.openxmlformats-officedocument.presentationml.presProps+xml"/>
  <Override PartName="/ppt/media/image1.jpeg" ContentType="image/jpeg"/>
  <Override PartName="/ppt/media/image3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jpeg" ContentType="image/jpeg"/>
  <Override PartName="/ppt/media/image14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redetermin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6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2120" cy="38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5400" cy="38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BDF3867-A5E8-419B-9092-E7EA4D835E9D}" type="slidenum"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5400" cy="38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69480" cy="32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687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68760" cy="328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2120" cy="38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5400" cy="38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14FCC7F-4256-4E36-95DE-51C13D56B162}" type="slidenum"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5400" cy="38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&lt;fecha/hora&gt;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github.com/JoelFusterBosch/PI_DIW.git" TargetMode="External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223200"/>
            <a:ext cx="9068760" cy="94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Reserva d’equipaments municipals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504000" y="1323720"/>
            <a:ext cx="9068760" cy="3291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2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Autors: Iván Atienza Moya i Joel Fuster Bosch.</a:t>
            </a: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2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Curs: 2º Desenvolupament d’Aplicacions Web (DAW).</a:t>
            </a: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2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Assignatura: Projecte Intermodular.</a:t>
            </a: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2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Professor: Josep Magraner.</a:t>
            </a: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" descr=""/>
          <p:cNvPicPr/>
          <p:nvPr/>
        </p:nvPicPr>
        <p:blipFill>
          <a:blip r:embed="rId1"/>
          <a:stretch/>
        </p:blipFill>
        <p:spPr>
          <a:xfrm>
            <a:off x="4320000" y="3600000"/>
            <a:ext cx="1437840" cy="1437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223200"/>
            <a:ext cx="9068760" cy="94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Index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469800" y="1213200"/>
            <a:ext cx="9068760" cy="328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s-ES" sz="2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Tecnologies utilitzades.</a:t>
            </a: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s-ES" sz="2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Disseny del prototip.</a:t>
            </a: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s-ES" sz="2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Implementació.</a:t>
            </a: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s-ES" sz="2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Annex.</a:t>
            </a: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s-ES" sz="2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Fi.</a:t>
            </a: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just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algn="l" pos="0"/>
              </a:tabLst>
            </a:pPr>
            <a:r>
              <a:rPr b="0" lang="es-ES" sz="2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Preguntes.</a:t>
            </a: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" descr=""/>
          <p:cNvPicPr/>
          <p:nvPr/>
        </p:nvPicPr>
        <p:blipFill>
          <a:blip r:embed="rId1"/>
          <a:stretch/>
        </p:blipFill>
        <p:spPr>
          <a:xfrm>
            <a:off x="3970800" y="2170800"/>
            <a:ext cx="1967760" cy="1967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223200"/>
            <a:ext cx="9068760" cy="94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Tecnologies utilitzades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" descr=""/>
          <p:cNvPicPr/>
          <p:nvPr/>
        </p:nvPicPr>
        <p:blipFill>
          <a:blip r:embed="rId1"/>
          <a:stretch/>
        </p:blipFill>
        <p:spPr>
          <a:xfrm>
            <a:off x="720000" y="1172520"/>
            <a:ext cx="2160000" cy="216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" name="" descr=""/>
          <p:cNvPicPr/>
          <p:nvPr/>
        </p:nvPicPr>
        <p:blipFill>
          <a:blip r:embed="rId2"/>
          <a:stretch/>
        </p:blipFill>
        <p:spPr>
          <a:xfrm>
            <a:off x="4140000" y="1172520"/>
            <a:ext cx="1528920" cy="216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" name="" descr=""/>
          <p:cNvPicPr/>
          <p:nvPr/>
        </p:nvPicPr>
        <p:blipFill>
          <a:blip r:embed="rId3"/>
          <a:stretch/>
        </p:blipFill>
        <p:spPr>
          <a:xfrm>
            <a:off x="7020000" y="1525680"/>
            <a:ext cx="1714320" cy="1714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" name="" descr=""/>
          <p:cNvPicPr/>
          <p:nvPr/>
        </p:nvPicPr>
        <p:blipFill>
          <a:blip r:embed="rId4"/>
          <a:stretch/>
        </p:blipFill>
        <p:spPr>
          <a:xfrm>
            <a:off x="805680" y="3685680"/>
            <a:ext cx="1714320" cy="1714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" descr=""/>
          <p:cNvPicPr/>
          <p:nvPr/>
        </p:nvPicPr>
        <p:blipFill>
          <a:blip r:embed="rId5"/>
          <a:stretch/>
        </p:blipFill>
        <p:spPr>
          <a:xfrm>
            <a:off x="7020000" y="3685680"/>
            <a:ext cx="1714320" cy="1714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" name="" descr=""/>
          <p:cNvPicPr/>
          <p:nvPr/>
        </p:nvPicPr>
        <p:blipFill>
          <a:blip r:embed="rId6"/>
          <a:stretch/>
        </p:blipFill>
        <p:spPr>
          <a:xfrm>
            <a:off x="4140000" y="3685680"/>
            <a:ext cx="1714320" cy="1714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3200"/>
            <a:ext cx="9068760" cy="94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Prototip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" name="" descr=""/>
          <p:cNvPicPr/>
          <p:nvPr/>
        </p:nvPicPr>
        <p:blipFill>
          <a:blip r:embed="rId1"/>
          <a:stretch/>
        </p:blipFill>
        <p:spPr>
          <a:xfrm>
            <a:off x="180000" y="1260000"/>
            <a:ext cx="5758920" cy="3285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" name="" descr=""/>
          <p:cNvPicPr/>
          <p:nvPr/>
        </p:nvPicPr>
        <p:blipFill>
          <a:blip r:embed="rId2"/>
          <a:stretch/>
        </p:blipFill>
        <p:spPr>
          <a:xfrm>
            <a:off x="4140000" y="1288080"/>
            <a:ext cx="5758920" cy="341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3200"/>
            <a:ext cx="9068760" cy="94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Implementació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" name="" descr=""/>
          <p:cNvPicPr/>
          <p:nvPr/>
        </p:nvPicPr>
        <p:blipFill>
          <a:blip r:embed="rId1"/>
          <a:stretch/>
        </p:blipFill>
        <p:spPr>
          <a:xfrm>
            <a:off x="5225400" y="948960"/>
            <a:ext cx="4500000" cy="435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" name="" descr=""/>
          <p:cNvPicPr/>
          <p:nvPr/>
        </p:nvPicPr>
        <p:blipFill>
          <a:blip r:embed="rId2"/>
          <a:stretch/>
        </p:blipFill>
        <p:spPr>
          <a:xfrm>
            <a:off x="295920" y="1080000"/>
            <a:ext cx="4924080" cy="4000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3200"/>
            <a:ext cx="9068760" cy="94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Annex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68760" cy="328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s-ES" sz="2200" strike="noStrike" u="sng">
                <a:solidFill>
                  <a:srgbClr val="0000ee"/>
                </a:solidFill>
                <a:effectLst/>
                <a:uFillTx/>
                <a:latin typeface="Times New Roman"/>
                <a:hlinkClick r:id="rId1"/>
              </a:rPr>
              <a:t>https://github.com/JoelFusterBosch/PI_DIW.git</a:t>
            </a: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s-E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3200"/>
            <a:ext cx="9068760" cy="94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Fi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" descr=""/>
          <p:cNvPicPr/>
          <p:nvPr/>
        </p:nvPicPr>
        <p:blipFill>
          <a:blip r:embed="rId1"/>
          <a:stretch/>
        </p:blipFill>
        <p:spPr>
          <a:xfrm>
            <a:off x="3580200" y="1620360"/>
            <a:ext cx="2897640" cy="2697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223200"/>
            <a:ext cx="9068760" cy="94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Preguntes??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" descr=""/>
          <p:cNvPicPr/>
          <p:nvPr/>
        </p:nvPicPr>
        <p:blipFill>
          <a:blip r:embed="rId1"/>
          <a:stretch/>
        </p:blipFill>
        <p:spPr>
          <a:xfrm>
            <a:off x="2520000" y="1392480"/>
            <a:ext cx="4831560" cy="3285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</TotalTime>
  <Application>LibreOffice/25.2.7.2$Windows_X86_64 LibreOffice_project/5cbfd1ab6520636bb5f7b99185aa69bd7456825d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2025-12-04T13:34:34Z</dcterms:created>
  <dc:creator/>
  <dc:description/>
  <dc:language>es-ES</dc:language>
  <cp:lastModifiedBy/>
  <dcterms:modified xsi:type="dcterms:W3CDTF">2025-12-12T16:29:19Z</dcterms:modified>
  <cp:revision>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