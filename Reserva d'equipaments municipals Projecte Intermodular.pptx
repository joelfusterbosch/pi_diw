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6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8FA5C8-1F17-48CD-982D-89C30B93AAC7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6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7F177A-F8C9-4D37-AD3B-1568B3C63553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JoelFusterBosch/PI_DIW.git" TargetMode="External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Reserva d’equipaments municipals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4440"/>
            <a:ext cx="9069480" cy="329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Autors: Iván Atienza Moya i Joel Fuster Bosch.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Curs: 2º Desenvolupament d’Aplicacions Web (DAW).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Assignatura: Projecte Intermodular.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Professor: Josep Magraner.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4320000" y="3600000"/>
            <a:ext cx="1438560" cy="143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Index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69800" y="12132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Tecnologies utilitzades.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Disseny del prototip.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Implementació.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Annex.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Preguntes.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3970800" y="2170800"/>
            <a:ext cx="1968480" cy="196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Tecnologies utilitzades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HTML.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CSS.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Javascript.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Visual Studio Code.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GitHub.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Draw.io.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3600000" y="2160000"/>
            <a:ext cx="3058560" cy="17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Prototip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180000" y="1260000"/>
            <a:ext cx="5759640" cy="328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" descr=""/>
          <p:cNvPicPr/>
          <p:nvPr/>
        </p:nvPicPr>
        <p:blipFill>
          <a:blip r:embed="rId2"/>
          <a:stretch/>
        </p:blipFill>
        <p:spPr>
          <a:xfrm>
            <a:off x="4140000" y="1288080"/>
            <a:ext cx="5759640" cy="34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Imeplentació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69800" y="16200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Estructura lloc web HTML (head, header, body, form, div, footer).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Integració d’un logo fictici d’un ajuntament.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Construcció del formulari (label, input type (text,number,date,time,tel,email,select)).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Disseny CSS (ús de degradats, sombres, animacions, hover, escalat, disseny responsiu).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Funcionalitat amb Javascript (validació dels camps del formulari).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  <a:tabLst>
                <a:tab algn="l" pos="0"/>
              </a:tabLst>
            </a:pPr>
            <a:r>
              <a:rPr b="0" lang="es-ES" sz="2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Elements complementaris (icones de xarxes socials, avis legal, polítiques de privacitat i cookies al footer)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Annex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s-ES" sz="2200" strike="noStrike" u="sng">
                <a:solidFill>
                  <a:srgbClr val="0000ee"/>
                </a:solidFill>
                <a:effectLst/>
                <a:uFillTx/>
                <a:latin typeface="Times New Roman"/>
                <a:hlinkClick r:id="rId1"/>
              </a:rPr>
              <a:t>https://github.com/JoelFusterBosch/PI_DIW.git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3580200" y="1620360"/>
            <a:ext cx="2898360" cy="26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3920"/>
            <a:ext cx="906948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Preguntes??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2520000" y="1392480"/>
            <a:ext cx="4832280" cy="328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2025-12-04T13:34:34Z</dcterms:created>
  <dc:creator/>
  <dc:description/>
  <dc:language>es-ES</dc:language>
  <cp:lastModifiedBy/>
  <dcterms:modified xsi:type="dcterms:W3CDTF">2025-12-07T19:16:30Z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